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30BB9B-5203-9224-A411-CF787ABAF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92A9AE4-9736-8544-62FE-7C165A8BC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C5729BB-4C25-EBB7-05D6-584FD78F2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3D7-22D7-4190-8652-49B0ECC95738}" type="datetimeFigureOut">
              <a:rPr lang="hu-HU" smtClean="0"/>
              <a:t>2026. 01. 07.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E9FA226-2449-92F2-8BA6-C37F9467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514F2E2-265D-33DF-F338-4E2E30EF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DD3C-04DE-42AB-A506-8F15CA5C05F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1907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E08FD6-919D-A2D6-1960-B8AA9BE3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54C2763-E88A-7FC7-EE1C-700860DF2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30672F4-89B6-301B-E930-A07DE7D5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3D7-22D7-4190-8652-49B0ECC95738}" type="datetimeFigureOut">
              <a:rPr lang="hu-HU" smtClean="0"/>
              <a:t>2026. 01. 07.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A02D83B-EBA1-CE5E-BD45-906C9088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5050EE2-0025-3FAC-D5CC-30A5BDDE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DD3C-04DE-42AB-A506-8F15CA5C05F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305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91F0DE-AF7A-3E32-CF2F-13E3C644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B31D0D2-A84F-F763-D423-F173A7290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EAD53F4-39B3-464C-C962-33E32FA3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3D7-22D7-4190-8652-49B0ECC95738}" type="datetimeFigureOut">
              <a:rPr lang="hu-HU" smtClean="0"/>
              <a:t>2026. 01. 07.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1CE762D-3204-DF90-FFA3-D3067604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EF68F94-2A3D-4935-22E2-B45214DA2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DD3C-04DE-42AB-A506-8F15CA5C05F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9481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A0E319-9C7F-87D8-F75C-531B974A0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9B8C6D-9521-3EA3-12BF-A7731F141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0E0719F-9EEB-EACD-23B9-442B3206C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34EFE03-0EF2-AFC5-D4D9-7649A7DEB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3D7-22D7-4190-8652-49B0ECC95738}" type="datetimeFigureOut">
              <a:rPr lang="hu-HU" smtClean="0"/>
              <a:t>2026. 01. 07.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72BED5F-F8F8-6A5C-77F7-01677F4E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A47BD32-5C7E-E09D-047C-F60537EFD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DD3C-04DE-42AB-A506-8F15CA5C05F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3758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EBDDD2-F41F-565D-B087-14D7AD54B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8B8AA05-5AE3-79B9-6DE2-C8FCB343D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DA35873-05EA-641E-B0D7-486A7F11A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DB54EEC-C59F-8B7B-8F33-8C8C238CE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B080DB2-052A-69BC-A2F5-5EE338D81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33DA67FC-8BA6-1463-60E1-537BB5E0B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3D7-22D7-4190-8652-49B0ECC95738}" type="datetimeFigureOut">
              <a:rPr lang="hu-HU" smtClean="0"/>
              <a:t>2026. 01. 07.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B68A7521-2448-0A66-37D0-F41FE870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1FDCD83-D392-B908-D70F-B0A8F7A3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DD3C-04DE-42AB-A506-8F15CA5C05F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491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6842460-5925-BD97-1040-5863B47D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1C1AD95-7580-B096-F7CD-3F35A8C5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3D7-22D7-4190-8652-49B0ECC95738}" type="datetimeFigureOut">
              <a:rPr lang="hu-HU" smtClean="0"/>
              <a:t>2026. 01. 07.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A12E191-0E60-2B25-E06B-A48F9F0C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2908B3D-8512-5D0A-28AC-7C047D5F2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DD3C-04DE-42AB-A506-8F15CA5C05F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99602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2CD4285-EE30-65DA-F044-2E063039D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3D7-22D7-4190-8652-49B0ECC95738}" type="datetimeFigureOut">
              <a:rPr lang="hu-HU" smtClean="0"/>
              <a:t>2026. 01. 07.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7A641FB-0310-00A2-B00A-CA24E65F0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D8EE1BA-2EDF-CBFE-85C8-AF2E0245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DD3C-04DE-42AB-A506-8F15CA5C05F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4229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AE8A42-8B77-6779-9F92-2842840D5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F40FAE-EA57-5804-F5D5-8DA751AF3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3B531BD-E3EC-EECE-03AF-82FF6AED6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6846A97-4707-9407-6677-A2D6CD1B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3D7-22D7-4190-8652-49B0ECC95738}" type="datetimeFigureOut">
              <a:rPr lang="hu-HU" smtClean="0"/>
              <a:t>2026. 01. 07.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0321EC0-3EFA-40E9-DB1D-7F794BBAB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9F15738-8463-04A8-2120-E30B30CF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DD3C-04DE-42AB-A506-8F15CA5C05F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5082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838CAF-FE96-94D8-13D8-22105BBA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C2CA76D-9B9F-7CCA-A330-4E66F90D91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D440391-6CDA-1491-40A0-0A4ED2658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E39FAA7-18A8-9D93-48E0-F08585E7D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3D7-22D7-4190-8652-49B0ECC95738}" type="datetimeFigureOut">
              <a:rPr lang="hu-HU" smtClean="0"/>
              <a:t>2026. 01. 07.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83C6750-6BDB-3871-D0C7-8AB7372E3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1ABC3D7-5B98-EF77-B56B-BD23C5BA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DD3C-04DE-42AB-A506-8F15CA5C05F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1825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761165-3D3B-36C6-EBC6-EF9A4EF1B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8D75EB7-494C-F103-74AE-98D3C1DBE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95E762E-5579-5D0D-992B-8795E0C73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3D7-22D7-4190-8652-49B0ECC95738}" type="datetimeFigureOut">
              <a:rPr lang="hu-HU" smtClean="0"/>
              <a:t>2026. 01. 07.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EAAF409-20D9-0BA9-793E-AFBAA2560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7EA225A-FFC3-3DAA-160A-1B618A06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DD3C-04DE-42AB-A506-8F15CA5C05F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8855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E6DCA10-660C-2FF7-65F2-F20B5EB63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0DB94F3-B478-B0E5-D5C9-680BF7998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C887CA5-F20C-5F47-55A2-E1E8D35E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3D7-22D7-4190-8652-49B0ECC95738}" type="datetimeFigureOut">
              <a:rPr lang="hu-HU" smtClean="0"/>
              <a:t>2026. 01. 07.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65E9328-5E3D-549F-9AFB-F08085EE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3918671-B0D7-D5DC-9A69-8BEC0694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DD3C-04DE-42AB-A506-8F15CA5C05F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6337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E3F2D0B-B13C-7882-FBD8-9B3A214AE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A2847EC-557B-4C7B-47D3-39A794482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C0F4A4B-ED63-C6AD-3F6A-E67DD47B7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443D7-22D7-4190-8652-49B0ECC95738}" type="datetimeFigureOut">
              <a:rPr lang="hu-HU" smtClean="0"/>
              <a:t>2026. 01. 07.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F21173B-DCAE-9288-7665-B75AAB773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C0AEC9C-EC37-C70A-0F9B-C749D6E18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86DD3C-04DE-42AB-A506-8F15CA5C05F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4436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ordasDaniel/IKTProject2025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rello.com/w/iskolaiiktproject/hom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ordasdaniel.github.io/IKTProject2025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1870B27-BFE4-D8A7-3320-E583ABC68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5112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75EFE-A22C-101F-FF14-5E6E966C4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4682118-C2E6-5C2C-267D-DB2C28580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1387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0C73-17B2-D674-4097-EA0D38074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képernyőkép, szöveg, Multimédiás szoftver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CE86321-9928-5757-70E7-3D6768FAA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566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AA246-539C-137E-1FE3-DF548EFAA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C9F3CDF-0E19-84AD-42F3-9F90AE2DD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9292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E4023-5A86-E03F-778B-03213892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Multimédiás szoftver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E5E8EB6-0E39-2C5A-E493-2FAD1F4DF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6606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EF7E8-BE95-F447-3F06-CB8D391BA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4378A61-C91A-FA74-F8FF-E414749C7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18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9F69B-431A-F359-99A2-5C8A4ECD6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multimédi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D5CA425-DF3C-BE4F-EA40-E482D7193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207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64959-0E95-CFF8-1CFD-88C0A817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C5FDF2D-4E52-AF13-5048-12ECC5282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375723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75585-F952-02DB-208A-61AD71372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924A93A-E2E4-1125-0377-BC6940A9C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307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E7CE-4E11-0D9B-A3E1-EA3718F5D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BC5DC98-78C1-61F4-5B37-46817A1FB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églalap 3">
            <a:hlinkClick r:id="rId3"/>
            <a:extLst>
              <a:ext uri="{FF2B5EF4-FFF2-40B4-BE49-F238E27FC236}">
                <a16:creationId xmlns:a16="http://schemas.microsoft.com/office/drawing/2014/main" id="{3241EA07-6923-7413-49EE-D28BBAD29063}"/>
              </a:ext>
            </a:extLst>
          </p:cNvPr>
          <p:cNvSpPr/>
          <p:nvPr/>
        </p:nvSpPr>
        <p:spPr>
          <a:xfrm>
            <a:off x="3352800" y="2674374"/>
            <a:ext cx="1769806" cy="7546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hlinkClick r:id="rId4"/>
            <a:extLst>
              <a:ext uri="{FF2B5EF4-FFF2-40B4-BE49-F238E27FC236}">
                <a16:creationId xmlns:a16="http://schemas.microsoft.com/office/drawing/2014/main" id="{EAC37CE5-881E-6121-F6B1-C1B67940972E}"/>
              </a:ext>
            </a:extLst>
          </p:cNvPr>
          <p:cNvSpPr/>
          <p:nvPr/>
        </p:nvSpPr>
        <p:spPr>
          <a:xfrm>
            <a:off x="7069396" y="2674374"/>
            <a:ext cx="1769806" cy="7546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953494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5950C-046D-CA90-D3DF-D78560C1E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62C256A-CCFE-E586-69DB-7FC263519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41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324C6-BE7E-F146-23B9-E9FAA95E6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05FDA56-D699-148D-521A-A9B6DD88D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243613"/>
      </p:ext>
    </p:extLst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2CDEA-A65A-0AC0-AB77-A0469EBAF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Multimédiás szoftver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578EB0A-328F-925C-ABC6-2B941D0EE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729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F26AE-82BE-2AEA-A272-88AD0B5D0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418B912-0CCF-2129-DE0D-D7DACEE85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églalap 3">
            <a:hlinkClick r:id="rId3"/>
            <a:extLst>
              <a:ext uri="{FF2B5EF4-FFF2-40B4-BE49-F238E27FC236}">
                <a16:creationId xmlns:a16="http://schemas.microsoft.com/office/drawing/2014/main" id="{D2E43D8F-824A-7F83-CE84-C761F653C8F3}"/>
              </a:ext>
            </a:extLst>
          </p:cNvPr>
          <p:cNvSpPr/>
          <p:nvPr/>
        </p:nvSpPr>
        <p:spPr>
          <a:xfrm>
            <a:off x="4109884" y="4454013"/>
            <a:ext cx="4168877" cy="1297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5376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D59C0-5B53-1BA7-029D-F503635D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8ECDC44-4585-2D56-4139-D71234333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402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0</Words>
  <Application>Microsoft Office PowerPoint</Application>
  <PresentationFormat>Szélesvásznú</PresentationFormat>
  <Paragraphs>0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Dániel Bordás</dc:creator>
  <cp:lastModifiedBy>Dániel Bordás</cp:lastModifiedBy>
  <cp:revision>1</cp:revision>
  <dcterms:created xsi:type="dcterms:W3CDTF">2026-01-07T15:00:52Z</dcterms:created>
  <dcterms:modified xsi:type="dcterms:W3CDTF">2026-01-07T15:59:29Z</dcterms:modified>
</cp:coreProperties>
</file>